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everyone. My name is Zhao Zhiyu.
My research is about helping robots find the best path in a busy warehouse.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</dc:title>
  <dc:subject>Seminar
</dc:subject>
  <dc:creator/>
  <cp:lastModifiedBy/>
  <cp:revision>1</cp:revision>
  <dcterms:created xsi:type="dcterms:W3CDTF">2025-10-16T04:26:36Z</dcterms:created>
  <dcterms:modified xsi:type="dcterms:W3CDTF">2025-10-16T04:26:36Z</dcterms:modified>
</cp:coreProperties>
</file>