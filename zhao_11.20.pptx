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Zhao Zhiyu.
My research is about helping robots find the best path in a busy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/>
  <cp:revision>1</cp:revision>
  <dcterms:created xsi:type="dcterms:W3CDTF">2025-11-19T16:24:22Z</dcterms:created>
  <dcterms:modified xsi:type="dcterms:W3CDTF">2025-11-19T16:24:22Z</dcterms:modified>
</cp:coreProperties>
</file>