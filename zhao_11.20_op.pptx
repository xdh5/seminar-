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57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3192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自定义</PresentationFormat>
  <Paragraphs>6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Seminar</dc:title>
  <dc:subject>Seminar
</dc:subject>
  <dc:creator/>
  <cp:lastModifiedBy>Ryan Chao</cp:lastModifiedBy>
  <cp:revision>2</cp:revision>
  <dcterms:created xsi:type="dcterms:W3CDTF">2025-11-19T17:58:09Z</dcterms:created>
  <dcterms:modified xsi:type="dcterms:W3CDTF">2025-11-19T18:00:12Z</dcterms:modified>
</cp:coreProperties>
</file>